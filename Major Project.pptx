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87" r:id="rId4"/>
    <p:sldId id="286" r:id="rId5"/>
    <p:sldId id="288" r:id="rId6"/>
  </p:sldIdLst>
  <p:sldSz cx="18288000" cy="10287000"/>
  <p:notesSz cx="18288000" cy="10287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2131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73239331" name="Pavithra Bharadhwaj" initials="P" lastIdx="2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465" autoAdjust="0"/>
    <p:restoredTop sz="94660"/>
  </p:normalViewPr>
  <p:slideViewPr>
    <p:cSldViewPr showGuides="1">
      <p:cViewPr varScale="1">
        <p:scale>
          <a:sx n="58" d="100"/>
          <a:sy n="58" d="100"/>
        </p:scale>
        <p:origin x="523" y="48"/>
      </p:cViewPr>
      <p:guideLst>
        <p:guide orient="horz" pos="2880"/>
        <p:guide pos="2131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commentAuthors" Target="commentAuthors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rasheel Varma Datla" userId="42d4c2b98a57f464" providerId="LiveId" clId="{14A595A7-857D-47D6-9AA9-ADBAFDF44647}"/>
    <pc:docChg chg="undo custSel addSld delSld modSld sldOrd">
      <pc:chgData name="Prasheel Varma Datla" userId="42d4c2b98a57f464" providerId="LiveId" clId="{14A595A7-857D-47D6-9AA9-ADBAFDF44647}" dt="2026-09-27T10:49:40.669" v="1101" actId="20577"/>
      <pc:docMkLst>
        <pc:docMk/>
      </pc:docMkLst>
      <pc:sldChg chg="modSp mod">
        <pc:chgData name="Prasheel Varma Datla" userId="42d4c2b98a57f464" providerId="LiveId" clId="{14A595A7-857D-47D6-9AA9-ADBAFDF44647}" dt="2026-09-27T09:35:03.483" v="413" actId="20577"/>
        <pc:sldMkLst>
          <pc:docMk/>
          <pc:sldMk cId="0" sldId="256"/>
        </pc:sldMkLst>
        <pc:spChg chg="mod">
          <ac:chgData name="Prasheel Varma Datla" userId="42d4c2b98a57f464" providerId="LiveId" clId="{14A595A7-857D-47D6-9AA9-ADBAFDF44647}" dt="2026-09-27T09:35:03.483" v="413" actId="20577"/>
          <ac:spMkLst>
            <pc:docMk/>
            <pc:sldMk cId="0" sldId="256"/>
            <ac:spMk id="5" creationId="{00000000-0000-0000-0000-000000000000}"/>
          </ac:spMkLst>
        </pc:spChg>
        <pc:spChg chg="mod">
          <ac:chgData name="Prasheel Varma Datla" userId="42d4c2b98a57f464" providerId="LiveId" clId="{14A595A7-857D-47D6-9AA9-ADBAFDF44647}" dt="2026-09-27T09:22:20.979" v="298" actId="20577"/>
          <ac:spMkLst>
            <pc:docMk/>
            <pc:sldMk cId="0" sldId="256"/>
            <ac:spMk id="6" creationId="{00000000-0000-0000-0000-000000000000}"/>
          </ac:spMkLst>
        </pc:spChg>
        <pc:graphicFrameChg chg="modGraphic">
          <ac:chgData name="Prasheel Varma Datla" userId="42d4c2b98a57f464" providerId="LiveId" clId="{14A595A7-857D-47D6-9AA9-ADBAFDF44647}" dt="2026-09-27T09:19:56.321" v="267" actId="20577"/>
          <ac:graphicFrameMkLst>
            <pc:docMk/>
            <pc:sldMk cId="0" sldId="256"/>
            <ac:graphicFrameMk id="8" creationId="{6403BFEF-56ED-FC77-91F4-23351B9FE29F}"/>
          </ac:graphicFrameMkLst>
        </pc:graphicFrameChg>
        <pc:graphicFrameChg chg="mod modGraphic">
          <ac:chgData name="Prasheel Varma Datla" userId="42d4c2b98a57f464" providerId="LiveId" clId="{14A595A7-857D-47D6-9AA9-ADBAFDF44647}" dt="2026-09-27T09:22:53.014" v="309" actId="13926"/>
          <ac:graphicFrameMkLst>
            <pc:docMk/>
            <pc:sldMk cId="0" sldId="256"/>
            <ac:graphicFrameMk id="11" creationId="{00000000-0000-0000-0000-000000000000}"/>
          </ac:graphicFrameMkLst>
        </pc:graphicFrameChg>
      </pc:sldChg>
      <pc:sldChg chg="addSp modSp mod">
        <pc:chgData name="Prasheel Varma Datla" userId="42d4c2b98a57f464" providerId="LiveId" clId="{14A595A7-857D-47D6-9AA9-ADBAFDF44647}" dt="2026-09-27T10:33:18.466" v="1048" actId="1036"/>
        <pc:sldMkLst>
          <pc:docMk/>
          <pc:sldMk cId="0" sldId="257"/>
        </pc:sldMkLst>
        <pc:spChg chg="mod">
          <ac:chgData name="Prasheel Varma Datla" userId="42d4c2b98a57f464" providerId="LiveId" clId="{14A595A7-857D-47D6-9AA9-ADBAFDF44647}" dt="2026-09-27T09:51:05.586" v="461" actId="123"/>
          <ac:spMkLst>
            <pc:docMk/>
            <pc:sldMk cId="0" sldId="257"/>
            <ac:spMk id="4" creationId="{452DC2D3-7280-D0E3-670B-73DDB20E816B}"/>
          </ac:spMkLst>
        </pc:spChg>
        <pc:spChg chg="add mod">
          <ac:chgData name="Prasheel Varma Datla" userId="42d4c2b98a57f464" providerId="LiveId" clId="{14A595A7-857D-47D6-9AA9-ADBAFDF44647}" dt="2026-09-27T10:33:18.466" v="1048" actId="1036"/>
          <ac:spMkLst>
            <pc:docMk/>
            <pc:sldMk cId="0" sldId="257"/>
            <ac:spMk id="6" creationId="{E0EB5C3C-8DBA-8730-C4F4-02D3985032E8}"/>
          </ac:spMkLst>
        </pc:spChg>
      </pc:sldChg>
      <pc:sldChg chg="del">
        <pc:chgData name="Prasheel Varma Datla" userId="42d4c2b98a57f464" providerId="LiveId" clId="{14A595A7-857D-47D6-9AA9-ADBAFDF44647}" dt="2026-09-27T09:42:45.497" v="415" actId="47"/>
        <pc:sldMkLst>
          <pc:docMk/>
          <pc:sldMk cId="0" sldId="259"/>
        </pc:sldMkLst>
      </pc:sldChg>
      <pc:sldChg chg="del">
        <pc:chgData name="Prasheel Varma Datla" userId="42d4c2b98a57f464" providerId="LiveId" clId="{14A595A7-857D-47D6-9AA9-ADBAFDF44647}" dt="2026-09-27T09:42:41.440" v="414" actId="47"/>
        <pc:sldMkLst>
          <pc:docMk/>
          <pc:sldMk cId="0" sldId="281"/>
        </pc:sldMkLst>
      </pc:sldChg>
      <pc:sldChg chg="modSp del mod">
        <pc:chgData name="Prasheel Varma Datla" userId="42d4c2b98a57f464" providerId="LiveId" clId="{14A595A7-857D-47D6-9AA9-ADBAFDF44647}" dt="2026-09-27T10:00:28.010" v="547" actId="47"/>
        <pc:sldMkLst>
          <pc:docMk/>
          <pc:sldMk cId="0" sldId="285"/>
        </pc:sldMkLst>
        <pc:spChg chg="mod">
          <ac:chgData name="Prasheel Varma Datla" userId="42d4c2b98a57f464" providerId="LiveId" clId="{14A595A7-857D-47D6-9AA9-ADBAFDF44647}" dt="2026-09-27T09:57:50.165" v="531" actId="14100"/>
          <ac:spMkLst>
            <pc:docMk/>
            <pc:sldMk cId="0" sldId="285"/>
            <ac:spMk id="2" creationId="{593B4A22-A1B1-9F4B-50A6-8BB96A21B643}"/>
          </ac:spMkLst>
        </pc:spChg>
      </pc:sldChg>
      <pc:sldChg chg="modSp mod">
        <pc:chgData name="Prasheel Varma Datla" userId="42d4c2b98a57f464" providerId="LiveId" clId="{14A595A7-857D-47D6-9AA9-ADBAFDF44647}" dt="2026-09-27T10:39:24.710" v="1057" actId="20577"/>
        <pc:sldMkLst>
          <pc:docMk/>
          <pc:sldMk cId="0" sldId="286"/>
        </pc:sldMkLst>
        <pc:spChg chg="mod">
          <ac:chgData name="Prasheel Varma Datla" userId="42d4c2b98a57f464" providerId="LiveId" clId="{14A595A7-857D-47D6-9AA9-ADBAFDF44647}" dt="2026-09-27T10:01:08.391" v="598" actId="20577"/>
          <ac:spMkLst>
            <pc:docMk/>
            <pc:sldMk cId="0" sldId="286"/>
            <ac:spMk id="8" creationId="{00000000-0000-0000-0000-000000000000}"/>
          </ac:spMkLst>
        </pc:spChg>
        <pc:spChg chg="mod">
          <ac:chgData name="Prasheel Varma Datla" userId="42d4c2b98a57f464" providerId="LiveId" clId="{14A595A7-857D-47D6-9AA9-ADBAFDF44647}" dt="2026-09-27T10:39:24.710" v="1057" actId="20577"/>
          <ac:spMkLst>
            <pc:docMk/>
            <pc:sldMk cId="0" sldId="286"/>
            <ac:spMk id="11" creationId="{00000000-0000-0000-0000-000000000000}"/>
          </ac:spMkLst>
        </pc:spChg>
      </pc:sldChg>
      <pc:sldChg chg="new del">
        <pc:chgData name="Prasheel Varma Datla" userId="42d4c2b98a57f464" providerId="LiveId" clId="{14A595A7-857D-47D6-9AA9-ADBAFDF44647}" dt="2026-09-27T09:43:28.314" v="425" actId="47"/>
        <pc:sldMkLst>
          <pc:docMk/>
          <pc:sldMk cId="755136370" sldId="287"/>
        </pc:sldMkLst>
      </pc:sldChg>
      <pc:sldChg chg="addSp delSp modSp add mod ord">
        <pc:chgData name="Prasheel Varma Datla" userId="42d4c2b98a57f464" providerId="LiveId" clId="{14A595A7-857D-47D6-9AA9-ADBAFDF44647}" dt="2026-09-27T10:45:11.893" v="1064" actId="115"/>
        <pc:sldMkLst>
          <pc:docMk/>
          <pc:sldMk cId="3368559982" sldId="287"/>
        </pc:sldMkLst>
        <pc:spChg chg="add del">
          <ac:chgData name="Prasheel Varma Datla" userId="42d4c2b98a57f464" providerId="LiveId" clId="{14A595A7-857D-47D6-9AA9-ADBAFDF44647}" dt="2026-09-27T09:58:38.563" v="533" actId="22"/>
          <ac:spMkLst>
            <pc:docMk/>
            <pc:sldMk cId="3368559982" sldId="287"/>
            <ac:spMk id="5" creationId="{B667665B-9AEC-46E8-17BF-77728F4BBC53}"/>
          </ac:spMkLst>
        </pc:spChg>
        <pc:spChg chg="add">
          <ac:chgData name="Prasheel Varma Datla" userId="42d4c2b98a57f464" providerId="LiveId" clId="{14A595A7-857D-47D6-9AA9-ADBAFDF44647}" dt="2026-09-27T09:58:46.504" v="535" actId="22"/>
          <ac:spMkLst>
            <pc:docMk/>
            <pc:sldMk cId="3368559982" sldId="287"/>
            <ac:spMk id="7" creationId="{3BB316D2-599F-6508-942C-82FD95EE93D4}"/>
          </ac:spMkLst>
        </pc:spChg>
        <pc:spChg chg="del">
          <ac:chgData name="Prasheel Varma Datla" userId="42d4c2b98a57f464" providerId="LiveId" clId="{14A595A7-857D-47D6-9AA9-ADBAFDF44647}" dt="2026-09-27T09:58:45.470" v="534" actId="478"/>
          <ac:spMkLst>
            <pc:docMk/>
            <pc:sldMk cId="3368559982" sldId="287"/>
            <ac:spMk id="8" creationId="{79FBA822-0F2B-A234-9F63-F13D82FA3255}"/>
          </ac:spMkLst>
        </pc:spChg>
        <pc:spChg chg="add mod">
          <ac:chgData name="Prasheel Varma Datla" userId="42d4c2b98a57f464" providerId="LiveId" clId="{14A595A7-857D-47D6-9AA9-ADBAFDF44647}" dt="2026-09-27T09:59:25.490" v="540" actId="767"/>
          <ac:spMkLst>
            <pc:docMk/>
            <pc:sldMk cId="3368559982" sldId="287"/>
            <ac:spMk id="10" creationId="{976804AA-7ABB-7067-E86A-C9B700FB1EA1}"/>
          </ac:spMkLst>
        </pc:spChg>
        <pc:spChg chg="mod">
          <ac:chgData name="Prasheel Varma Datla" userId="42d4c2b98a57f464" providerId="LiveId" clId="{14A595A7-857D-47D6-9AA9-ADBAFDF44647}" dt="2026-09-27T10:45:11.893" v="1064" actId="115"/>
          <ac:spMkLst>
            <pc:docMk/>
            <pc:sldMk cId="3368559982" sldId="287"/>
            <ac:spMk id="11" creationId="{6D2EF02D-806B-59F4-2F92-192E3224502D}"/>
          </ac:spMkLst>
        </pc:spChg>
      </pc:sldChg>
      <pc:sldChg chg="del">
        <pc:chgData name="Prasheel Varma Datla" userId="42d4c2b98a57f464" providerId="LiveId" clId="{14A595A7-857D-47D6-9AA9-ADBAFDF44647}" dt="2026-09-27T09:43:04.768" v="423" actId="47"/>
        <pc:sldMkLst>
          <pc:docMk/>
          <pc:sldMk cId="0" sldId="288"/>
        </pc:sldMkLst>
      </pc:sldChg>
      <pc:sldChg chg="addSp delSp modSp add mod ord">
        <pc:chgData name="Prasheel Varma Datla" userId="42d4c2b98a57f464" providerId="LiveId" clId="{14A595A7-857D-47D6-9AA9-ADBAFDF44647}" dt="2026-09-27T10:49:40.669" v="1101" actId="20577"/>
        <pc:sldMkLst>
          <pc:docMk/>
          <pc:sldMk cId="77029625" sldId="288"/>
        </pc:sldMkLst>
        <pc:spChg chg="mod">
          <ac:chgData name="Prasheel Varma Datla" userId="42d4c2b98a57f464" providerId="LiveId" clId="{14A595A7-857D-47D6-9AA9-ADBAFDF44647}" dt="2026-09-27T10:07:18.583" v="722" actId="20577"/>
          <ac:spMkLst>
            <pc:docMk/>
            <pc:sldMk cId="77029625" sldId="288"/>
            <ac:spMk id="7" creationId="{A4ECB87F-6966-65FE-9BA8-32FB6F2181AC}"/>
          </ac:spMkLst>
        </pc:spChg>
        <pc:spChg chg="mod">
          <ac:chgData name="Prasheel Varma Datla" userId="42d4c2b98a57f464" providerId="LiveId" clId="{14A595A7-857D-47D6-9AA9-ADBAFDF44647}" dt="2026-09-27T10:26:49.979" v="1015" actId="20577"/>
          <ac:spMkLst>
            <pc:docMk/>
            <pc:sldMk cId="77029625" sldId="288"/>
            <ac:spMk id="9" creationId="{3A72C63C-A01C-F43B-6910-F0F0FF8AFD59}"/>
          </ac:spMkLst>
        </pc:spChg>
        <pc:spChg chg="mod">
          <ac:chgData name="Prasheel Varma Datla" userId="42d4c2b98a57f464" providerId="LiveId" clId="{14A595A7-857D-47D6-9AA9-ADBAFDF44647}" dt="2026-09-27T10:26:27.790" v="1012" actId="20577"/>
          <ac:spMkLst>
            <pc:docMk/>
            <pc:sldMk cId="77029625" sldId="288"/>
            <ac:spMk id="11" creationId="{4BF1A769-FD3D-DBB7-EB67-738003175F04}"/>
          </ac:spMkLst>
        </pc:spChg>
        <pc:graphicFrameChg chg="add del mod modGraphic">
          <ac:chgData name="Prasheel Varma Datla" userId="42d4c2b98a57f464" providerId="LiveId" clId="{14A595A7-857D-47D6-9AA9-ADBAFDF44647}" dt="2026-09-27T10:10:35.985" v="789" actId="478"/>
          <ac:graphicFrameMkLst>
            <pc:docMk/>
            <pc:sldMk cId="77029625" sldId="288"/>
            <ac:graphicFrameMk id="4" creationId="{B3ABE995-19AF-BC3D-EC72-8BB98F481C60}"/>
          </ac:graphicFrameMkLst>
        </pc:graphicFrameChg>
        <pc:graphicFrameChg chg="add del mod modGraphic">
          <ac:chgData name="Prasheel Varma Datla" userId="42d4c2b98a57f464" providerId="LiveId" clId="{14A595A7-857D-47D6-9AA9-ADBAFDF44647}" dt="2026-09-27T10:11:20.158" v="793" actId="478"/>
          <ac:graphicFrameMkLst>
            <pc:docMk/>
            <pc:sldMk cId="77029625" sldId="288"/>
            <ac:graphicFrameMk id="5" creationId="{86C286CD-33CF-FB06-ED28-85AF09DE9C23}"/>
          </ac:graphicFrameMkLst>
        </pc:graphicFrameChg>
        <pc:graphicFrameChg chg="add mod modGraphic">
          <ac:chgData name="Prasheel Varma Datla" userId="42d4c2b98a57f464" providerId="LiveId" clId="{14A595A7-857D-47D6-9AA9-ADBAFDF44647}" dt="2026-09-27T10:29:47.139" v="1045" actId="115"/>
          <ac:graphicFrameMkLst>
            <pc:docMk/>
            <pc:sldMk cId="77029625" sldId="288"/>
            <ac:graphicFrameMk id="6" creationId="{22E5FD85-571F-6831-4E2E-F90DC01753E2}"/>
          </ac:graphicFrameMkLst>
        </pc:graphicFrameChg>
        <pc:graphicFrameChg chg="add mod modGraphic">
          <ac:chgData name="Prasheel Varma Datla" userId="42d4c2b98a57f464" providerId="LiveId" clId="{14A595A7-857D-47D6-9AA9-ADBAFDF44647}" dt="2026-09-27T10:49:40.669" v="1101" actId="20577"/>
          <ac:graphicFrameMkLst>
            <pc:docMk/>
            <pc:sldMk cId="77029625" sldId="288"/>
            <ac:graphicFrameMk id="8" creationId="{2DB88D12-5280-0769-8D5D-B17A02AA1409}"/>
          </ac:graphicFrameMkLst>
        </pc:graphicFrameChg>
      </pc:sldChg>
      <pc:sldChg chg="del">
        <pc:chgData name="Prasheel Varma Datla" userId="42d4c2b98a57f464" providerId="LiveId" clId="{14A595A7-857D-47D6-9AA9-ADBAFDF44647}" dt="2026-09-27T09:42:58.755" v="417" actId="47"/>
        <pc:sldMkLst>
          <pc:docMk/>
          <pc:sldMk cId="1892242037" sldId="290"/>
        </pc:sldMkLst>
      </pc:sldChg>
      <pc:sldChg chg="del">
        <pc:chgData name="Prasheel Varma Datla" userId="42d4c2b98a57f464" providerId="LiveId" clId="{14A595A7-857D-47D6-9AA9-ADBAFDF44647}" dt="2026-09-27T09:43:00.247" v="419" actId="47"/>
        <pc:sldMkLst>
          <pc:docMk/>
          <pc:sldMk cId="2289297285" sldId="291"/>
        </pc:sldMkLst>
      </pc:sldChg>
      <pc:sldChg chg="del">
        <pc:chgData name="Prasheel Varma Datla" userId="42d4c2b98a57f464" providerId="LiveId" clId="{14A595A7-857D-47D6-9AA9-ADBAFDF44647}" dt="2026-09-27T09:42:59.561" v="418" actId="47"/>
        <pc:sldMkLst>
          <pc:docMk/>
          <pc:sldMk cId="3513388385" sldId="292"/>
        </pc:sldMkLst>
      </pc:sldChg>
      <pc:sldChg chg="del">
        <pc:chgData name="Prasheel Varma Datla" userId="42d4c2b98a57f464" providerId="LiveId" clId="{14A595A7-857D-47D6-9AA9-ADBAFDF44647}" dt="2026-09-27T09:42:56.027" v="416" actId="47"/>
        <pc:sldMkLst>
          <pc:docMk/>
          <pc:sldMk cId="2562200423" sldId="297"/>
        </pc:sldMkLst>
      </pc:sldChg>
      <pc:sldChg chg="del">
        <pc:chgData name="Prasheel Varma Datla" userId="42d4c2b98a57f464" providerId="LiveId" clId="{14A595A7-857D-47D6-9AA9-ADBAFDF44647}" dt="2026-09-27T09:43:01.906" v="421" actId="47"/>
        <pc:sldMkLst>
          <pc:docMk/>
          <pc:sldMk cId="2474985053" sldId="300"/>
        </pc:sldMkLst>
      </pc:sldChg>
      <pc:sldChg chg="del">
        <pc:chgData name="Prasheel Varma Datla" userId="42d4c2b98a57f464" providerId="LiveId" clId="{14A595A7-857D-47D6-9AA9-ADBAFDF44647}" dt="2026-09-27T09:43:02.899" v="422" actId="47"/>
        <pc:sldMkLst>
          <pc:docMk/>
          <pc:sldMk cId="3573605037" sldId="305"/>
        </pc:sldMkLst>
      </pc:sldChg>
      <pc:sldChg chg="del">
        <pc:chgData name="Prasheel Varma Datla" userId="42d4c2b98a57f464" providerId="LiveId" clId="{14A595A7-857D-47D6-9AA9-ADBAFDF44647}" dt="2026-09-27T09:43:01.112" v="420" actId="47"/>
        <pc:sldMkLst>
          <pc:docMk/>
          <pc:sldMk cId="2319767227" sldId="308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71600" y="3188970"/>
            <a:ext cx="15544800" cy="2160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1" i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300" b="1" i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9/27/2026</a:t>
            </a:fld>
            <a:endParaRPr lang="en-US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300" b="1" i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9/27/2026</a:t>
            </a:fld>
            <a:endParaRPr lang="en-US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9/27/2026</a:t>
            </a:fld>
            <a:endParaRPr lang="en-US" dirty="0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9/27/2026</a:t>
            </a:fld>
            <a:endParaRPr lang="en-US" dirty="0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9/27/2026</a:t>
            </a:fld>
            <a:endParaRPr lang="en-US" dirty="0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921489" y="301656"/>
            <a:ext cx="6445021" cy="184602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1" i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016000" y="2013979"/>
            <a:ext cx="16256000" cy="74023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300" b="1" i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9/27/2026</a:t>
            </a:fld>
            <a:endParaRPr lang="en-US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15981" y="422933"/>
            <a:ext cx="1738274" cy="1910953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5991868" y="132993"/>
            <a:ext cx="2296132" cy="2293598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2054255" y="235206"/>
            <a:ext cx="14074521" cy="2191385"/>
          </a:xfrm>
          <a:prstGeom prst="rect">
            <a:avLst/>
          </a:prstGeom>
        </p:spPr>
        <p:txBody>
          <a:bodyPr vert="horz" wrap="square" lIns="0" tIns="221615" rIns="0" bIns="0" rtlCol="0">
            <a:spAutoFit/>
          </a:bodyPr>
          <a:lstStyle/>
          <a:p>
            <a:pPr marL="1527175" algn="ctr">
              <a:lnSpc>
                <a:spcPct val="100000"/>
              </a:lnSpc>
              <a:spcBef>
                <a:spcPts val="1745"/>
              </a:spcBef>
            </a:pPr>
            <a:r>
              <a:rPr sz="3200" b="1" dirty="0">
                <a:solidFill>
                  <a:srgbClr val="250E5B"/>
                </a:solidFill>
                <a:latin typeface="Times New Roman" panose="02020603050405020304"/>
                <a:cs typeface="Times New Roman" panose="02020603050405020304"/>
              </a:rPr>
              <a:t>MALLA REDDY</a:t>
            </a:r>
            <a:r>
              <a:rPr sz="3200" b="1" spc="5" dirty="0">
                <a:solidFill>
                  <a:srgbClr val="250E5B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b="1" dirty="0">
                <a:solidFill>
                  <a:srgbClr val="250E5B"/>
                </a:solidFill>
                <a:latin typeface="Times New Roman" panose="02020603050405020304"/>
                <a:cs typeface="Times New Roman" panose="02020603050405020304"/>
              </a:rPr>
              <a:t>COLLEGE OF</a:t>
            </a:r>
            <a:r>
              <a:rPr sz="3200" b="1" spc="5" dirty="0">
                <a:solidFill>
                  <a:srgbClr val="250E5B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b="1" spc="-10" dirty="0">
                <a:solidFill>
                  <a:srgbClr val="250E5B"/>
                </a:solidFill>
                <a:latin typeface="Times New Roman" panose="02020603050405020304"/>
                <a:cs typeface="Times New Roman" panose="02020603050405020304"/>
              </a:rPr>
              <a:t>ENGINEERIN</a:t>
            </a:r>
            <a:r>
              <a:rPr lang="en-IN" sz="3200" b="1" spc="-10" dirty="0">
                <a:solidFill>
                  <a:srgbClr val="250E5B"/>
                </a:solidFill>
                <a:latin typeface="Times New Roman" panose="02020603050405020304"/>
                <a:cs typeface="Times New Roman" panose="02020603050405020304"/>
              </a:rPr>
              <a:t>G</a:t>
            </a:r>
            <a:endParaRPr lang="en-US" sz="3200" dirty="0">
              <a:latin typeface="Times New Roman" panose="02020603050405020304"/>
              <a:cs typeface="Times New Roman" panose="02020603050405020304"/>
            </a:endParaRPr>
          </a:p>
          <a:p>
            <a:pPr marL="1471930" algn="ctr">
              <a:lnSpc>
                <a:spcPct val="100000"/>
              </a:lnSpc>
              <a:spcBef>
                <a:spcPts val="1135"/>
              </a:spcBef>
            </a:pPr>
            <a:r>
              <a:rPr lang="en-US" sz="2200" b="1" spc="-125" dirty="0">
                <a:solidFill>
                  <a:srgbClr val="E15B08"/>
                </a:solidFill>
                <a:latin typeface="Times New Roman" panose="02020603050405020304"/>
                <a:cs typeface="Times New Roman" panose="02020603050405020304"/>
              </a:rPr>
              <a:t>Approved</a:t>
            </a:r>
            <a:r>
              <a:rPr lang="en-US" sz="2200" b="1" spc="-15" dirty="0">
                <a:solidFill>
                  <a:srgbClr val="E15B08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sz="2200" b="1" spc="-10" dirty="0">
                <a:solidFill>
                  <a:srgbClr val="E15B08"/>
                </a:solidFill>
                <a:latin typeface="Times New Roman" panose="02020603050405020304"/>
                <a:cs typeface="Times New Roman" panose="02020603050405020304"/>
              </a:rPr>
              <a:t>by</a:t>
            </a:r>
            <a:r>
              <a:rPr lang="en-US" sz="2200" b="1" spc="-125" dirty="0">
                <a:solidFill>
                  <a:srgbClr val="E15B08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sz="2200" b="1" dirty="0">
                <a:solidFill>
                  <a:srgbClr val="E15B08"/>
                </a:solidFill>
                <a:latin typeface="Times New Roman" panose="02020603050405020304"/>
                <a:cs typeface="Times New Roman" panose="02020603050405020304"/>
              </a:rPr>
              <a:t>AICTE,</a:t>
            </a:r>
            <a:r>
              <a:rPr lang="en-US" sz="2200" b="1" spc="-40" dirty="0">
                <a:solidFill>
                  <a:srgbClr val="E15B08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sz="2200" b="1" spc="-50" dirty="0">
                <a:solidFill>
                  <a:srgbClr val="E15B08"/>
                </a:solidFill>
                <a:latin typeface="Times New Roman" panose="02020603050405020304"/>
                <a:cs typeface="Times New Roman" panose="02020603050405020304"/>
              </a:rPr>
              <a:t>Permanently</a:t>
            </a:r>
            <a:r>
              <a:rPr lang="en-US" sz="2200" b="1" spc="-35" dirty="0">
                <a:solidFill>
                  <a:srgbClr val="E15B08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sz="2200" b="1" spc="-25" dirty="0">
                <a:solidFill>
                  <a:srgbClr val="E15B08"/>
                </a:solidFill>
                <a:latin typeface="Times New Roman" panose="02020603050405020304"/>
                <a:cs typeface="Times New Roman" panose="02020603050405020304"/>
              </a:rPr>
              <a:t>Affiliated</a:t>
            </a:r>
            <a:r>
              <a:rPr lang="en-US" sz="2200" b="1" spc="-40" dirty="0">
                <a:solidFill>
                  <a:srgbClr val="E15B08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sz="2200" b="1" dirty="0">
                <a:solidFill>
                  <a:srgbClr val="E15B08"/>
                </a:solidFill>
                <a:latin typeface="Times New Roman" panose="02020603050405020304"/>
                <a:cs typeface="Times New Roman" panose="02020603050405020304"/>
              </a:rPr>
              <a:t>to</a:t>
            </a:r>
            <a:r>
              <a:rPr lang="en-US" sz="2200" b="1" spc="-35" dirty="0">
                <a:solidFill>
                  <a:srgbClr val="E15B08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sz="2200" b="1" spc="70" dirty="0">
                <a:solidFill>
                  <a:srgbClr val="E15B08"/>
                </a:solidFill>
                <a:latin typeface="Times New Roman" panose="02020603050405020304"/>
                <a:cs typeface="Times New Roman" panose="02020603050405020304"/>
              </a:rPr>
              <a:t>JNTUH</a:t>
            </a:r>
            <a:r>
              <a:rPr lang="en-US" sz="2200" b="1" spc="-40" dirty="0">
                <a:solidFill>
                  <a:srgbClr val="E15B08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sz="2200" b="1" spc="-150" dirty="0">
                <a:solidFill>
                  <a:srgbClr val="E15B08"/>
                </a:solidFill>
                <a:latin typeface="Times New Roman" panose="02020603050405020304"/>
                <a:cs typeface="Times New Roman" panose="02020603050405020304"/>
              </a:rPr>
              <a:t>&amp;</a:t>
            </a:r>
            <a:r>
              <a:rPr lang="en-US" sz="2200" b="1" spc="-5" dirty="0">
                <a:solidFill>
                  <a:srgbClr val="E15B08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sz="2200" b="1" spc="-55" dirty="0">
                <a:solidFill>
                  <a:srgbClr val="E15B08"/>
                </a:solidFill>
                <a:latin typeface="Times New Roman" panose="02020603050405020304"/>
                <a:cs typeface="Times New Roman" panose="02020603050405020304"/>
              </a:rPr>
              <a:t>Accredited</a:t>
            </a:r>
            <a:r>
              <a:rPr lang="en-US" sz="2200" b="1" spc="-35" dirty="0">
                <a:solidFill>
                  <a:srgbClr val="E15B08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sz="2200" b="1" spc="-10" dirty="0">
                <a:solidFill>
                  <a:srgbClr val="E15B08"/>
                </a:solidFill>
                <a:latin typeface="Times New Roman" panose="02020603050405020304"/>
                <a:cs typeface="Times New Roman" panose="02020603050405020304"/>
              </a:rPr>
              <a:t>by</a:t>
            </a:r>
            <a:r>
              <a:rPr lang="en-US" sz="2200" b="1" spc="-40" dirty="0">
                <a:solidFill>
                  <a:srgbClr val="E15B08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sz="2200" b="1" dirty="0">
                <a:solidFill>
                  <a:srgbClr val="E15B08"/>
                </a:solidFill>
                <a:latin typeface="Times New Roman" panose="02020603050405020304"/>
                <a:cs typeface="Times New Roman" panose="02020603050405020304"/>
              </a:rPr>
              <a:t>NBA</a:t>
            </a:r>
            <a:r>
              <a:rPr lang="en-US" sz="2200" b="1" spc="-35" dirty="0">
                <a:solidFill>
                  <a:srgbClr val="E15B08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sz="2200" b="1" spc="-150" dirty="0">
                <a:solidFill>
                  <a:srgbClr val="E15B08"/>
                </a:solidFill>
                <a:latin typeface="Times New Roman" panose="02020603050405020304"/>
                <a:cs typeface="Times New Roman" panose="02020603050405020304"/>
              </a:rPr>
              <a:t>&amp;</a:t>
            </a:r>
            <a:r>
              <a:rPr lang="en-US" sz="2200" b="1" spc="-5" dirty="0">
                <a:solidFill>
                  <a:srgbClr val="E15B08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sz="2200" b="1" spc="-20" dirty="0">
                <a:solidFill>
                  <a:srgbClr val="E15B08"/>
                </a:solidFill>
                <a:latin typeface="Times New Roman" panose="02020603050405020304"/>
                <a:cs typeface="Times New Roman" panose="02020603050405020304"/>
              </a:rPr>
              <a:t>NAAC</a:t>
            </a:r>
            <a:endParaRPr lang="en-US" sz="2200" dirty="0">
              <a:latin typeface="Times New Roman" panose="02020603050405020304"/>
              <a:cs typeface="Times New Roman" panose="02020603050405020304"/>
            </a:endParaRPr>
          </a:p>
          <a:p>
            <a:pPr marL="3082925" marR="5080" indent="-3070860" algn="ctr">
              <a:lnSpc>
                <a:spcPct val="114000"/>
              </a:lnSpc>
              <a:spcBef>
                <a:spcPts val="1490"/>
              </a:spcBef>
            </a:pPr>
            <a:r>
              <a:rPr sz="2300" b="1" spc="-45" dirty="0">
                <a:latin typeface="Times New Roman" panose="02020603050405020304"/>
                <a:cs typeface="Times New Roman" panose="02020603050405020304"/>
              </a:rPr>
              <a:t>Recognized</a:t>
            </a:r>
            <a:r>
              <a:rPr sz="2300" b="1" spc="-1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300" b="1" spc="-110" dirty="0">
                <a:latin typeface="Times New Roman" panose="02020603050405020304"/>
                <a:cs typeface="Times New Roman" panose="02020603050405020304"/>
              </a:rPr>
              <a:t>under</a:t>
            </a:r>
            <a:r>
              <a:rPr sz="2300" b="1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300" b="1" dirty="0">
                <a:latin typeface="Times New Roman" panose="02020603050405020304"/>
                <a:cs typeface="Times New Roman" panose="02020603050405020304"/>
              </a:rPr>
              <a:t>Section</a:t>
            </a:r>
            <a:r>
              <a:rPr sz="2300" b="1" spc="-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300" b="1" dirty="0">
                <a:latin typeface="Times New Roman" panose="02020603050405020304"/>
                <a:cs typeface="Times New Roman" panose="02020603050405020304"/>
              </a:rPr>
              <a:t>2(f)</a:t>
            </a:r>
            <a:r>
              <a:rPr sz="2300" b="1" spc="-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300" b="1" spc="-160" dirty="0">
                <a:latin typeface="Times New Roman" panose="02020603050405020304"/>
                <a:cs typeface="Times New Roman" panose="02020603050405020304"/>
              </a:rPr>
              <a:t>&amp;</a:t>
            </a:r>
            <a:r>
              <a:rPr sz="2300" b="1" spc="-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300" b="1" dirty="0">
                <a:latin typeface="Times New Roman" panose="02020603050405020304"/>
                <a:cs typeface="Times New Roman" panose="02020603050405020304"/>
              </a:rPr>
              <a:t>12(B)</a:t>
            </a:r>
            <a:r>
              <a:rPr sz="2300" b="1" spc="-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300" b="1" dirty="0">
                <a:latin typeface="Times New Roman" panose="02020603050405020304"/>
                <a:cs typeface="Times New Roman" panose="02020603050405020304"/>
              </a:rPr>
              <a:t>of</a:t>
            </a:r>
            <a:r>
              <a:rPr sz="2300" b="1" spc="10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300" b="1" spc="-10" dirty="0">
                <a:latin typeface="Times New Roman" panose="02020603050405020304"/>
                <a:cs typeface="Times New Roman" panose="02020603050405020304"/>
              </a:rPr>
              <a:t>the</a:t>
            </a:r>
            <a:r>
              <a:rPr sz="2300" b="1" spc="-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300" b="1" dirty="0">
                <a:latin typeface="Times New Roman" panose="02020603050405020304"/>
                <a:cs typeface="Times New Roman" panose="02020603050405020304"/>
              </a:rPr>
              <a:t>UGC</a:t>
            </a:r>
            <a:r>
              <a:rPr sz="2300" b="1" spc="-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300" b="1" dirty="0">
                <a:latin typeface="Times New Roman" panose="02020603050405020304"/>
                <a:cs typeface="Times New Roman" panose="02020603050405020304"/>
              </a:rPr>
              <a:t>Act</a:t>
            </a:r>
            <a:r>
              <a:rPr sz="2300" b="1" spc="-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300" b="1" dirty="0">
                <a:latin typeface="Times New Roman" panose="02020603050405020304"/>
                <a:cs typeface="Times New Roman" panose="02020603050405020304"/>
              </a:rPr>
              <a:t>1956,</a:t>
            </a:r>
            <a:r>
              <a:rPr sz="2300" b="1" spc="-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300" b="1" dirty="0">
                <a:latin typeface="Times New Roman" panose="02020603050405020304"/>
                <a:cs typeface="Times New Roman" panose="02020603050405020304"/>
              </a:rPr>
              <a:t>an</a:t>
            </a:r>
            <a:r>
              <a:rPr sz="2300" b="1" spc="-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300" b="1" spc="50" dirty="0">
                <a:latin typeface="Times New Roman" panose="02020603050405020304"/>
                <a:cs typeface="Times New Roman" panose="02020603050405020304"/>
              </a:rPr>
              <a:t>ISO</a:t>
            </a:r>
            <a:r>
              <a:rPr sz="2300" b="1" spc="-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300" b="1" spc="-10" dirty="0">
                <a:latin typeface="Times New Roman" panose="02020603050405020304"/>
                <a:cs typeface="Times New Roman" panose="02020603050405020304"/>
              </a:rPr>
              <a:t>9001:2015</a:t>
            </a:r>
            <a:r>
              <a:rPr sz="2300" b="1" spc="-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300" b="1" spc="-40" dirty="0">
                <a:latin typeface="Times New Roman" panose="02020603050405020304"/>
                <a:cs typeface="Times New Roman" panose="02020603050405020304"/>
              </a:rPr>
              <a:t>Certified</a:t>
            </a:r>
            <a:r>
              <a:rPr sz="2300" b="1" spc="-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300" b="1" spc="-10" dirty="0">
                <a:latin typeface="Times New Roman" panose="02020603050405020304"/>
                <a:cs typeface="Times New Roman" panose="02020603050405020304"/>
              </a:rPr>
              <a:t>Institution </a:t>
            </a:r>
            <a:r>
              <a:rPr sz="2300" b="1" spc="-35" dirty="0">
                <a:latin typeface="Times New Roman" panose="02020603050405020304"/>
                <a:cs typeface="Times New Roman" panose="02020603050405020304"/>
              </a:rPr>
              <a:t>Maisammaguda,</a:t>
            </a:r>
            <a:r>
              <a:rPr sz="2300" b="1" spc="-7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300" b="1" spc="-45" dirty="0">
                <a:latin typeface="Times New Roman" panose="02020603050405020304"/>
                <a:cs typeface="Times New Roman" panose="02020603050405020304"/>
              </a:rPr>
              <a:t>Dhulapally,</a:t>
            </a:r>
            <a:r>
              <a:rPr sz="2300" b="1" spc="-7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300" b="1" spc="-50" dirty="0">
                <a:latin typeface="Times New Roman" panose="02020603050405020304"/>
                <a:cs typeface="Times New Roman" panose="02020603050405020304"/>
              </a:rPr>
              <a:t>Hyderabad-</a:t>
            </a:r>
            <a:r>
              <a:rPr sz="2300" b="1" spc="-7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300" b="1" spc="-10" dirty="0">
                <a:latin typeface="Times New Roman" panose="02020603050405020304"/>
                <a:cs typeface="Times New Roman" panose="02020603050405020304"/>
              </a:rPr>
              <a:t>500100.</a:t>
            </a:r>
            <a:endParaRPr sz="2300" dirty="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38200" y="2628900"/>
            <a:ext cx="16514712" cy="2127505"/>
          </a:xfrm>
          <a:prstGeom prst="rect">
            <a:avLst/>
          </a:prstGeom>
          <a:solidFill>
            <a:schemeClr val="bg1"/>
          </a:solidFill>
        </p:spPr>
        <p:txBody>
          <a:bodyPr vert="horz" wrap="square" lIns="0" tIns="156210" rIns="0" bIns="0" rtlCol="0">
            <a:spAutoFit/>
          </a:bodyPr>
          <a:lstStyle/>
          <a:p>
            <a:pPr algn="ctr">
              <a:spcBef>
                <a:spcPts val="1230"/>
              </a:spcBef>
            </a:pPr>
            <a:r>
              <a:rPr lang="en-IN" sz="3600" b="1" spc="-75" dirty="0">
                <a:solidFill>
                  <a:srgbClr val="E15B08"/>
                </a:solidFill>
                <a:latin typeface="Times New Roman" panose="02020603050405020304"/>
                <a:cs typeface="Times New Roman" panose="02020603050405020304"/>
              </a:rPr>
              <a:t>Department</a:t>
            </a:r>
            <a:r>
              <a:rPr lang="en-IN" sz="3600" b="1" spc="-10" dirty="0">
                <a:solidFill>
                  <a:srgbClr val="E15B08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IN" sz="3600" b="1" dirty="0">
                <a:solidFill>
                  <a:srgbClr val="E15B08"/>
                </a:solidFill>
                <a:latin typeface="Times New Roman" panose="02020603050405020304"/>
                <a:cs typeface="Times New Roman" panose="02020603050405020304"/>
              </a:rPr>
              <a:t>of</a:t>
            </a:r>
            <a:r>
              <a:rPr lang="en-IN" sz="3600" b="1" spc="260" dirty="0">
                <a:solidFill>
                  <a:srgbClr val="E15B08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IN" sz="3600" b="1" dirty="0">
                <a:solidFill>
                  <a:srgbClr val="E15B08"/>
                </a:solidFill>
                <a:latin typeface="Times New Roman" panose="02020603050405020304"/>
                <a:cs typeface="Times New Roman" panose="02020603050405020304"/>
              </a:rPr>
              <a:t>CSE(AIML)</a:t>
            </a:r>
            <a:r>
              <a:rPr lang="en-IN" sz="3600" b="1" spc="-5" dirty="0">
                <a:solidFill>
                  <a:srgbClr val="E15B08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IN" sz="3600" b="1" dirty="0">
                <a:solidFill>
                  <a:srgbClr val="E15B08"/>
                </a:solidFill>
                <a:latin typeface="Times New Roman" panose="02020603050405020304"/>
                <a:cs typeface="Times New Roman" panose="02020603050405020304"/>
              </a:rPr>
              <a:t>–</a:t>
            </a:r>
            <a:r>
              <a:rPr lang="en-IN" sz="3600" b="1" spc="-10" dirty="0">
                <a:solidFill>
                  <a:srgbClr val="E15B08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IN" sz="3600" b="1" spc="-5" dirty="0">
                <a:solidFill>
                  <a:srgbClr val="E15B08"/>
                </a:solidFill>
                <a:latin typeface="Times New Roman" panose="02020603050405020304"/>
                <a:cs typeface="Times New Roman" panose="02020603050405020304"/>
              </a:rPr>
              <a:t>Major </a:t>
            </a:r>
            <a:r>
              <a:rPr lang="en-IN" sz="3600" b="1" spc="25" dirty="0">
                <a:solidFill>
                  <a:srgbClr val="E15B08"/>
                </a:solidFill>
                <a:latin typeface="Times New Roman" panose="02020603050405020304"/>
                <a:cs typeface="Times New Roman" panose="02020603050405020304"/>
              </a:rPr>
              <a:t>Project Stage 1</a:t>
            </a:r>
            <a:endParaRPr lang="en-IN" sz="3600" b="1" spc="-5" dirty="0">
              <a:solidFill>
                <a:srgbClr val="E15B08"/>
              </a:solidFill>
              <a:latin typeface="Times New Roman" panose="02020603050405020304"/>
              <a:cs typeface="Times New Roman" panose="02020603050405020304"/>
            </a:endParaRPr>
          </a:p>
          <a:p>
            <a:pPr algn="ctr">
              <a:lnSpc>
                <a:spcPct val="100000"/>
              </a:lnSpc>
              <a:spcBef>
                <a:spcPts val="1230"/>
              </a:spcBef>
            </a:pPr>
            <a:r>
              <a:rPr lang="en-IN" sz="3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GeoDelta</a:t>
            </a:r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Maps-</a:t>
            </a:r>
          </a:p>
          <a:p>
            <a:pPr algn="ctr">
              <a:lnSpc>
                <a:spcPct val="100000"/>
              </a:lnSpc>
              <a:spcBef>
                <a:spcPts val="1230"/>
              </a:spcBef>
            </a:pPr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Geospatial Scenario Analysis of Spatial Changes</a:t>
            </a:r>
            <a:endParaRPr sz="4800" b="1" dirty="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151112" y="5575548"/>
            <a:ext cx="5913422" cy="1679947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700"/>
              </a:spcBef>
            </a:pPr>
            <a:r>
              <a:rPr sz="3000" b="1" spc="145" dirty="0">
                <a:latin typeface="Times New Roman" panose="02020603050405020304"/>
                <a:cs typeface="Times New Roman" panose="02020603050405020304"/>
              </a:rPr>
              <a:t>Under</a:t>
            </a:r>
            <a:r>
              <a:rPr sz="3000" b="1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000" b="1" spc="90" dirty="0">
                <a:latin typeface="Times New Roman" panose="02020603050405020304"/>
                <a:cs typeface="Times New Roman" panose="02020603050405020304"/>
              </a:rPr>
              <a:t>the</a:t>
            </a:r>
            <a:r>
              <a:rPr sz="3000" b="1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000" b="1" spc="65" dirty="0">
                <a:latin typeface="Times New Roman" panose="02020603050405020304"/>
                <a:cs typeface="Times New Roman" panose="02020603050405020304"/>
              </a:rPr>
              <a:t>guidance</a:t>
            </a:r>
            <a:r>
              <a:rPr sz="3000" b="1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000" b="1" spc="45" dirty="0">
                <a:latin typeface="Times New Roman" panose="02020603050405020304"/>
                <a:cs typeface="Times New Roman" panose="02020603050405020304"/>
              </a:rPr>
              <a:t>of</a:t>
            </a:r>
            <a:endParaRPr sz="3000" b="1" dirty="0">
              <a:latin typeface="Times New Roman" panose="02020603050405020304"/>
              <a:cs typeface="Times New Roman" panose="02020603050405020304"/>
            </a:endParaRPr>
          </a:p>
          <a:p>
            <a:pPr marL="12700" marR="115570" algn="ctr">
              <a:lnSpc>
                <a:spcPts val="4200"/>
              </a:lnSpc>
              <a:spcBef>
                <a:spcPts val="240"/>
              </a:spcBef>
            </a:pPr>
            <a:r>
              <a:rPr lang="en-IN" sz="3000" dirty="0">
                <a:latin typeface="Times New Roman" panose="02020603050405020304"/>
                <a:cs typeface="Times New Roman" panose="02020603050405020304"/>
              </a:rPr>
              <a:t>Dr. B. Raju</a:t>
            </a:r>
          </a:p>
          <a:p>
            <a:pPr marL="12700" marR="115570" algn="ctr">
              <a:lnSpc>
                <a:spcPts val="4200"/>
              </a:lnSpc>
              <a:spcBef>
                <a:spcPts val="240"/>
              </a:spcBef>
            </a:pPr>
            <a:r>
              <a:rPr lang="en-IN" sz="3000" dirty="0">
                <a:latin typeface="Times New Roman" panose="02020603050405020304"/>
                <a:cs typeface="Times New Roman" panose="02020603050405020304"/>
              </a:rPr>
              <a:t>Assistant Professor</a:t>
            </a:r>
            <a:endParaRPr sz="3000" dirty="0">
              <a:latin typeface="Times New Roman" panose="02020603050405020304"/>
              <a:cs typeface="Times New Roman" panose="02020603050405020304"/>
            </a:endParaRPr>
          </a:p>
        </p:txBody>
      </p:sp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54161210"/>
              </p:ext>
            </p:extLst>
          </p:nvPr>
        </p:nvGraphicFramePr>
        <p:xfrm>
          <a:off x="1" y="8439461"/>
          <a:ext cx="18288000" cy="183690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9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9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836907">
                <a:tc>
                  <a:txBody>
                    <a:bodyPr/>
                    <a:lstStyle/>
                    <a:p>
                      <a:pPr marL="12700" marR="5080" indent="235585" algn="ctr">
                        <a:lnSpc>
                          <a:spcPct val="117000"/>
                        </a:lnSpc>
                        <a:spcBef>
                          <a:spcPts val="95"/>
                        </a:spcBef>
                      </a:pPr>
                      <a:r>
                        <a:rPr lang="it-IT" sz="3200" b="1" spc="1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Guide </a:t>
                      </a:r>
                      <a:r>
                        <a:rPr lang="it-IT" sz="3200" b="1" spc="5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signature</a:t>
                      </a:r>
                    </a:p>
                    <a:p>
                      <a:pPr marL="12700" marR="115570" lvl="0" indent="0" algn="ctr" defTabSz="914400" eaLnBrk="1" fontAlgn="auto" latinLnBrk="0" hangingPunct="1">
                        <a:lnSpc>
                          <a:spcPts val="42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28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Dr. B. Raju</a:t>
                      </a:r>
                    </a:p>
                    <a:p>
                      <a:pPr marL="12700" marR="115570" algn="ctr">
                        <a:lnSpc>
                          <a:spcPts val="4200"/>
                        </a:lnSpc>
                        <a:spcBef>
                          <a:spcPts val="240"/>
                        </a:spcBef>
                      </a:pPr>
                      <a:r>
                        <a:rPr lang="it-IT" sz="28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Assistant Professor</a:t>
                      </a:r>
                      <a:endParaRPr lang="en-IN" sz="28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626745" marR="5080" indent="-614680" algn="ctr">
                        <a:lnSpc>
                          <a:spcPct val="117000"/>
                        </a:lnSpc>
                        <a:spcBef>
                          <a:spcPts val="95"/>
                        </a:spcBef>
                      </a:pPr>
                      <a:r>
                        <a:rPr lang="en-US" sz="3200" b="1" spc="55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Project</a:t>
                      </a:r>
                      <a:r>
                        <a:rPr lang="en-US" sz="3200" b="1" spc="25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3200" b="1" spc="105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Coordinator</a:t>
                      </a:r>
                      <a:endParaRPr lang="en-US" sz="3200" b="1" spc="8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626745" marR="5080" indent="-614680" algn="ctr">
                        <a:lnSpc>
                          <a:spcPct val="117000"/>
                        </a:lnSpc>
                        <a:spcBef>
                          <a:spcPts val="95"/>
                        </a:spcBef>
                      </a:pPr>
                      <a:r>
                        <a:rPr lang="en-US" sz="2800" b="0" spc="8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Mr. </a:t>
                      </a:r>
                      <a:r>
                        <a:rPr lang="en-US" sz="2800" b="0" spc="8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Srikanth</a:t>
                      </a:r>
                      <a:endParaRPr lang="en-US" sz="2800" b="0" spc="8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626745" marR="5080" indent="-614680" algn="ctr">
                        <a:lnSpc>
                          <a:spcPct val="117000"/>
                        </a:lnSpc>
                        <a:spcBef>
                          <a:spcPts val="95"/>
                        </a:spcBef>
                      </a:pPr>
                      <a:r>
                        <a:rPr lang="it-IT" sz="28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Assistant</a:t>
                      </a:r>
                      <a:r>
                        <a:rPr lang="en-US" sz="2800" b="0" spc="8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Professor </a:t>
                      </a:r>
                      <a:endParaRPr lang="en-IN" sz="28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1" spc="145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Head</a:t>
                      </a:r>
                      <a:r>
                        <a:rPr lang="en-US" sz="32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3200" b="1" spc="55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Of</a:t>
                      </a:r>
                      <a:r>
                        <a:rPr lang="en-US" sz="3200" b="1" spc="285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3200" b="1" spc="9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The</a:t>
                      </a:r>
                      <a:r>
                        <a:rPr lang="en-US" sz="3200" b="1" spc="5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3200" b="1" spc="114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Department</a:t>
                      </a:r>
                    </a:p>
                    <a:p>
                      <a:pPr marL="12700" marR="115570" lvl="0" indent="0" algn="ctr" defTabSz="914400" eaLnBrk="1" fontAlgn="auto" latinLnBrk="0" hangingPunct="1">
                        <a:lnSpc>
                          <a:spcPts val="42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b="0" spc="8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Dr. K. </a:t>
                      </a:r>
                      <a:r>
                        <a:rPr lang="en-IN" sz="2800" b="0" dirty="0">
                          <a:solidFill>
                            <a:schemeClr val="tx1"/>
                          </a:solidFill>
                          <a:latin typeface="Times New Roman" panose="02020603050405020304"/>
                          <a:cs typeface="Times New Roman" panose="02020603050405020304"/>
                        </a:rPr>
                        <a:t>Vamshi</a:t>
                      </a:r>
                      <a:endParaRPr lang="it-IT" sz="28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626745" marR="5080" indent="-614680" algn="ctr" defTabSz="914400" eaLnBrk="1" fontAlgn="auto" latinLnBrk="0" hangingPunct="1">
                        <a:lnSpc>
                          <a:spcPct val="117000"/>
                        </a:lnSpc>
                        <a:spcBef>
                          <a:spcPts val="9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b="0" spc="8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Associate Professor</a:t>
                      </a:r>
                      <a:endParaRPr lang="en-IN" sz="2800" b="0" spc="8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6403BFEF-56ED-FC77-91F4-23351B9FE29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54788455"/>
              </p:ext>
            </p:extLst>
          </p:nvPr>
        </p:nvGraphicFramePr>
        <p:xfrm>
          <a:off x="11376248" y="4981248"/>
          <a:ext cx="6267779" cy="27489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46586">
                  <a:extLst>
                    <a:ext uri="{9D8B030D-6E8A-4147-A177-3AD203B41FA5}">
                      <a16:colId xmlns:a16="http://schemas.microsoft.com/office/drawing/2014/main" val="2080387593"/>
                    </a:ext>
                  </a:extLst>
                </a:gridCol>
                <a:gridCol w="3021193">
                  <a:extLst>
                    <a:ext uri="{9D8B030D-6E8A-4147-A177-3AD203B41FA5}">
                      <a16:colId xmlns:a16="http://schemas.microsoft.com/office/drawing/2014/main" val="1183116056"/>
                    </a:ext>
                  </a:extLst>
                </a:gridCol>
              </a:tblGrid>
              <a:tr h="594300">
                <a:tc gridSpan="2"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800" dirty="0">
                          <a:solidFill>
                            <a:schemeClr val="tx1"/>
                          </a:solidFill>
                          <a:latin typeface="Times New Roman" panose="02020603050405020304"/>
                          <a:cs typeface="Times New Roman" panose="02020603050405020304"/>
                        </a:rPr>
                        <a:t>Team</a:t>
                      </a:r>
                      <a:r>
                        <a:rPr lang="en-IN" sz="2800" spc="170" dirty="0">
                          <a:solidFill>
                            <a:schemeClr val="tx1"/>
                          </a:solidFill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lang="en-IN" sz="2800" spc="80" dirty="0">
                          <a:solidFill>
                            <a:schemeClr val="tx1"/>
                          </a:solidFill>
                          <a:latin typeface="Times New Roman" panose="02020603050405020304"/>
                          <a:cs typeface="Times New Roman" panose="02020603050405020304"/>
                        </a:rPr>
                        <a:t>Members</a:t>
                      </a:r>
                      <a:r>
                        <a:rPr lang="en-IN" sz="2800" spc="80" baseline="0" dirty="0">
                          <a:solidFill>
                            <a:schemeClr val="tx1"/>
                          </a:solidFill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lang="en-IN" sz="2800" spc="80" dirty="0">
                          <a:solidFill>
                            <a:schemeClr val="tx1"/>
                          </a:solidFill>
                          <a:latin typeface="Times New Roman" panose="02020603050405020304"/>
                          <a:cs typeface="Times New Roman" panose="02020603050405020304"/>
                        </a:rPr>
                        <a:t>IV-A Batch</a:t>
                      </a:r>
                      <a:r>
                        <a:rPr lang="en-IN" sz="2800" spc="80" baseline="0" dirty="0">
                          <a:solidFill>
                            <a:schemeClr val="tx1"/>
                          </a:solidFill>
                          <a:latin typeface="Times New Roman" panose="02020603050405020304"/>
                          <a:cs typeface="Times New Roman" panose="02020603050405020304"/>
                        </a:rPr>
                        <a:t> No:13</a:t>
                      </a:r>
                      <a:endParaRPr lang="en-US" sz="2800" spc="80" dirty="0">
                        <a:solidFill>
                          <a:schemeClr val="tx1"/>
                        </a:solidFill>
                        <a:latin typeface="Times New Roman" panose="02020603050405020304"/>
                        <a:cs typeface="Times New Roman" panose="02020603050405020304"/>
                        <a:sym typeface="Wingdings" panose="05000000000000000000" pitchFamily="2" charset="2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IN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2732275"/>
                  </a:ext>
                </a:extLst>
              </a:tr>
              <a:tr h="432048">
                <a:tc>
                  <a:txBody>
                    <a:bodyPr/>
                    <a:lstStyle/>
                    <a:p>
                      <a:pPr algn="l"/>
                      <a:r>
                        <a:rPr lang="en-IN" sz="2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D. Prasheel Varma </a:t>
                      </a:r>
                      <a:r>
                        <a:rPr lang="en-US" sz="2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endParaRPr lang="en-IN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[23Q91A6648] 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7571349"/>
                  </a:ext>
                </a:extLst>
              </a:tr>
              <a:tr h="545482">
                <a:tc>
                  <a:txBody>
                    <a:bodyPr/>
                    <a:lstStyle/>
                    <a:p>
                      <a:pPr algn="l"/>
                      <a:r>
                        <a:rPr lang="en-IN" altLang="en-US" sz="2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K. </a:t>
                      </a:r>
                      <a:r>
                        <a:rPr lang="en-IN" altLang="en-US" sz="28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SreeRam</a:t>
                      </a:r>
                      <a:r>
                        <a:rPr lang="en-IN" altLang="en-US" sz="2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endParaRPr lang="en-IN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[23Q91A6632] 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10342085"/>
                  </a:ext>
                </a:extLst>
              </a:tr>
              <a:tr h="545482">
                <a:tc>
                  <a:txBody>
                    <a:bodyPr/>
                    <a:lstStyle/>
                    <a:p>
                      <a:pPr algn="l"/>
                      <a:r>
                        <a:rPr lang="en-US" sz="2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N. Partha </a:t>
                      </a:r>
                      <a:r>
                        <a:rPr lang="en-US" sz="28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Saradhi</a:t>
                      </a:r>
                      <a:r>
                        <a:rPr lang="en-US" sz="2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endParaRPr lang="en-IN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[23Q91A6643] 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6767592"/>
                  </a:ext>
                </a:extLst>
              </a:tr>
              <a:tr h="545482">
                <a:tc>
                  <a:txBody>
                    <a:bodyPr/>
                    <a:lstStyle/>
                    <a:p>
                      <a:pPr algn="l"/>
                      <a:r>
                        <a:rPr lang="en-US" sz="2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K. Manasa</a:t>
                      </a:r>
                      <a:endParaRPr lang="en-IN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[24Q95A6602] 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686188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934200" y="800100"/>
            <a:ext cx="3222957" cy="566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10" dirty="0"/>
              <a:t>ABSTRACT</a:t>
            </a:r>
            <a:endParaRPr sz="3600" dirty="0"/>
          </a:p>
        </p:txBody>
      </p:sp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584900" y="62529"/>
            <a:ext cx="1667422" cy="1633990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5158" y="99346"/>
            <a:ext cx="1373853" cy="1332808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1762125" y="2623220"/>
            <a:ext cx="14069695" cy="753932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35FD926-680A-9CB8-00C1-6D0BC7D733E1}"/>
              </a:ext>
            </a:extLst>
          </p:cNvPr>
          <p:cNvSpPr txBox="1"/>
          <p:nvPr/>
        </p:nvSpPr>
        <p:spPr>
          <a:xfrm>
            <a:off x="4572000" y="3410868"/>
            <a:ext cx="9144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6DB7298-FC8D-9EDB-057A-1ADA095872EB}"/>
              </a:ext>
            </a:extLst>
          </p:cNvPr>
          <p:cNvSpPr txBox="1"/>
          <p:nvPr/>
        </p:nvSpPr>
        <p:spPr>
          <a:xfrm>
            <a:off x="4267200" y="4085000"/>
            <a:ext cx="9144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52DC2D3-7280-D0E3-670B-73DDB20E816B}"/>
              </a:ext>
            </a:extLst>
          </p:cNvPr>
          <p:cNvSpPr txBox="1"/>
          <p:nvPr/>
        </p:nvSpPr>
        <p:spPr>
          <a:xfrm>
            <a:off x="1489012" y="2412070"/>
            <a:ext cx="14905656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IN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GeoDelta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Maps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 geospatial scenario analysis system designed to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how spatial conditions change when a user proposes a modification to a selected area.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combines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map data, satellite imagery, computer vision and geospatial analysis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understand the current state of an area. Users can propose changes such as modifying buildings, land use, roads or green spaces and generate a hypothetical scenario.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then performs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before-and-after analysis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identify changes in spatial features and measurable parameters, and presents the results through interactive maps, visualizations and scenario comparisons.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system enables users to explore proposed changes without modifying the actual area, allowing different scenarios to be tested and compared before implementation</a:t>
            </a:r>
            <a:r>
              <a:rPr lang="en-IN" sz="2400" b="1" dirty="0"/>
              <a:t>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Wingdings" panose="05000000000000000000" pitchFamily="2" charset="2"/>
              <a:buChar char="Ø"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0EB5C3C-8DBA-8730-C4F4-02D3985032E8}"/>
              </a:ext>
            </a:extLst>
          </p:cNvPr>
          <p:cNvSpPr txBox="1"/>
          <p:nvPr/>
        </p:nvSpPr>
        <p:spPr>
          <a:xfrm>
            <a:off x="1476232" y="7666682"/>
            <a:ext cx="15235434" cy="107721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IN" sz="2400" b="1" u="sng" dirty="0"/>
              <a:t>Core workflow:</a:t>
            </a:r>
          </a:p>
          <a:p>
            <a:pPr algn="ctr"/>
            <a:br>
              <a:rPr lang="en-IN" sz="2000" b="1" dirty="0"/>
            </a:br>
            <a:r>
              <a:rPr lang="en-IN" sz="2000" b="1" dirty="0"/>
              <a:t>Select Area → Understand Current State → Propose Change → Generate Scenario → </a:t>
            </a:r>
            <a:r>
              <a:rPr lang="en-IN" sz="2000" b="1" dirty="0" err="1"/>
              <a:t>Analyze</a:t>
            </a:r>
            <a:r>
              <a:rPr lang="en-IN" sz="2000" b="1" dirty="0"/>
              <a:t> Changes → Compare Results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E545271E-4E4B-690F-FA70-0411A704C5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D5DA8B06-B5B1-1AFF-9FF9-7BE891FED0C9}"/>
              </a:ext>
            </a:extLst>
          </p:cNvPr>
          <p:cNvSpPr/>
          <p:nvPr/>
        </p:nvSpPr>
        <p:spPr>
          <a:xfrm>
            <a:off x="2438400" y="2400300"/>
            <a:ext cx="14401800" cy="35086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/>
              <a:t>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D2EF02D-806B-59F4-2F92-192E3224502D}"/>
              </a:ext>
            </a:extLst>
          </p:cNvPr>
          <p:cNvSpPr/>
          <p:nvPr/>
        </p:nvSpPr>
        <p:spPr>
          <a:xfrm>
            <a:off x="1583160" y="2848980"/>
            <a:ext cx="14401800" cy="64892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Systems</a:t>
            </a:r>
          </a:p>
          <a:p>
            <a:pPr marL="342900" lvl="0" indent="-342900" algn="just"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Digital mapping platforms provide location and map visualization. </a:t>
            </a:r>
          </a:p>
          <a:p>
            <a:pPr marL="342900" lvl="0" indent="-342900" algn="just"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GIS tools provide spatial analysis and geographic data processing. </a:t>
            </a:r>
          </a:p>
          <a:p>
            <a:pPr marL="342900" lvl="0" indent="-342900" algn="just"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Satellite platforms provide imagery and geographical information. </a:t>
            </a:r>
          </a:p>
          <a:p>
            <a:pPr marL="342900" lvl="0" indent="-342900" algn="just"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Specialized planning/simulation tools support advanced scenario modelling.</a:t>
            </a:r>
          </a:p>
          <a:p>
            <a:pPr marL="342900" lvl="0" indent="-342900" algn="just">
              <a:buFont typeface="Wingdings" panose="05000000000000000000" pitchFamily="2" charset="2"/>
              <a:buChar char="Ø"/>
            </a:pPr>
            <a:endParaRPr kumimoji="0" lang="en-US" altLang="en-US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</a:t>
            </a:r>
          </a:p>
          <a:p>
            <a:pPr marL="342900" lvl="0" indent="-342900" algn="just"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Analysis often requires multiple tools and technical workflows. </a:t>
            </a:r>
          </a:p>
          <a:p>
            <a:pPr marL="342900" lvl="0" indent="-342900" algn="just"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General mapping platforms are primarily focused on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visualization, navigation and location information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342900" lvl="0" indent="-342900" algn="just"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Converting a user's proposed modification into a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before-and-after scenario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not a simple, unified workflow. </a:t>
            </a:r>
          </a:p>
          <a:p>
            <a:pPr marL="342900" lvl="0" indent="-342900" algn="just"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Understanding the spatial changes resulting from a proposed modification can require specialized GIS knowledge. </a:t>
            </a:r>
          </a:p>
          <a:p>
            <a:pPr marL="342900" lvl="0" indent="-342900" algn="just"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from different data sources may need to be processed and interpreted separately</a:t>
            </a:r>
            <a:r>
              <a:rPr lang="en-IN" sz="2400" dirty="0"/>
              <a:t>. </a:t>
            </a:r>
          </a:p>
          <a:p>
            <a:pPr lvl="0" algn="just"/>
            <a:endParaRPr lang="en-IN" sz="2400" dirty="0"/>
          </a:p>
          <a:p>
            <a:pPr algn="just"/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Approach:</a:t>
            </a:r>
          </a:p>
          <a:p>
            <a:pPr algn="just"/>
            <a:r>
              <a:rPr lang="en-IN" sz="2400" dirty="0"/>
              <a:t>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focused workflow for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proposing a spatial change and </a:t>
            </a:r>
            <a:r>
              <a:rPr lang="en-IN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analyzing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resulting changes in the selected area.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object 10">
            <a:extLst>
              <a:ext uri="{FF2B5EF4-FFF2-40B4-BE49-F238E27FC236}">
                <a16:creationId xmlns:a16="http://schemas.microsoft.com/office/drawing/2014/main" id="{A98A1F1D-1253-F7A7-AF14-FBFE66378759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5158" y="99346"/>
            <a:ext cx="1373853" cy="1332808"/>
          </a:xfrm>
          <a:prstGeom prst="rect">
            <a:avLst/>
          </a:prstGeom>
        </p:spPr>
      </p:pic>
      <p:pic>
        <p:nvPicPr>
          <p:cNvPr id="3" name="object 9">
            <a:extLst>
              <a:ext uri="{FF2B5EF4-FFF2-40B4-BE49-F238E27FC236}">
                <a16:creationId xmlns:a16="http://schemas.microsoft.com/office/drawing/2014/main" id="{833DE2D2-37D2-5EF5-7838-4FD2B1C07589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6584900" y="62529"/>
            <a:ext cx="1667422" cy="163399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BB316D2-599F-6508-942C-82FD95EE93D4}"/>
              </a:ext>
            </a:extLst>
          </p:cNvPr>
          <p:cNvSpPr txBox="1"/>
          <p:nvPr/>
        </p:nvSpPr>
        <p:spPr>
          <a:xfrm>
            <a:off x="2819400" y="1028700"/>
            <a:ext cx="1139669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SYSTEM AND ITS LIMITATIONS</a:t>
            </a:r>
          </a:p>
        </p:txBody>
      </p:sp>
    </p:spTree>
    <p:extLst>
      <p:ext uri="{BB962C8B-B14F-4D97-AF65-F5344CB8AC3E}">
        <p14:creationId xmlns:p14="http://schemas.microsoft.com/office/powerpoint/2010/main" val="33685599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2819400" y="1028700"/>
            <a:ext cx="11430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 SYSTEM OBJECTIVES &amp;</a:t>
            </a:r>
          </a:p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SCOPE OF THE PROJECT</a:t>
            </a:r>
          </a:p>
        </p:txBody>
      </p:sp>
      <p:sp>
        <p:nvSpPr>
          <p:cNvPr id="9" name="Rectangle 8"/>
          <p:cNvSpPr/>
          <p:nvPr/>
        </p:nvSpPr>
        <p:spPr>
          <a:xfrm>
            <a:off x="2438400" y="2400300"/>
            <a:ext cx="14401800" cy="35086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/>
              <a:t>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1583160" y="2848980"/>
            <a:ext cx="14401800" cy="72279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System: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develop an interactive geospatial system that allows users to propose spatial changes and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their resulting effects through scenario-based comparison.</a:t>
            </a:r>
          </a:p>
          <a:p>
            <a:pPr algn="just"/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Objectives:</a:t>
            </a:r>
          </a:p>
          <a:p>
            <a:pPr marL="342900" lvl="0" indent="-342900" algn="just"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Acquire and process geographical and satellite data. </a:t>
            </a:r>
          </a:p>
          <a:p>
            <a:pPr marL="342900" lvl="0" indent="-342900" algn="just"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and represent spatial features using GIS and CV techniques. </a:t>
            </a:r>
          </a:p>
          <a:p>
            <a:pPr marL="342900" lvl="0" indent="-342900" algn="just"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Allow users to modify selected spatial features. </a:t>
            </a:r>
          </a:p>
          <a:p>
            <a:pPr marL="342900" lvl="0" indent="-342900" algn="just"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 a hypothetical scenario from the proposed change. </a:t>
            </a:r>
          </a:p>
          <a:p>
            <a:pPr marL="342900" lvl="0" indent="-342900" algn="just"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 before-and-after spatial analysis. </a:t>
            </a:r>
          </a:p>
          <a:p>
            <a:pPr lvl="0" algn="just"/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Scope:</a:t>
            </a:r>
          </a:p>
          <a:p>
            <a:pPr marL="342900" lvl="0" indent="-342900" algn="just"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Building and land-use modifications </a:t>
            </a:r>
          </a:p>
          <a:p>
            <a:pPr marL="342900" lvl="0" indent="-342900" algn="just"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Roads and spatial infrastructure </a:t>
            </a:r>
          </a:p>
          <a:p>
            <a:pPr marL="342900" lvl="0" indent="-342900" algn="just"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Green spaces and vegetation </a:t>
            </a:r>
          </a:p>
          <a:p>
            <a:pPr marL="342900" lvl="0" indent="-342900" algn="just"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Area/land-use measurements </a:t>
            </a:r>
          </a:p>
          <a:p>
            <a:pPr marL="342900" lvl="0" indent="-342900" algn="just"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Spatial accessibility and proximity analysis </a:t>
            </a:r>
          </a:p>
          <a:p>
            <a:pPr marL="342900" lvl="0" indent="-342900" algn="just"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Before vs After comparison 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object 10">
            <a:extLst>
              <a:ext uri="{FF2B5EF4-FFF2-40B4-BE49-F238E27FC236}">
                <a16:creationId xmlns:a16="http://schemas.microsoft.com/office/drawing/2014/main" id="{1C8407B2-73E3-22D5-6DDC-CBB88F13F580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5158" y="99346"/>
            <a:ext cx="1373853" cy="1332808"/>
          </a:xfrm>
          <a:prstGeom prst="rect">
            <a:avLst/>
          </a:prstGeom>
        </p:spPr>
      </p:pic>
      <p:pic>
        <p:nvPicPr>
          <p:cNvPr id="3" name="object 9">
            <a:extLst>
              <a:ext uri="{FF2B5EF4-FFF2-40B4-BE49-F238E27FC236}">
                <a16:creationId xmlns:a16="http://schemas.microsoft.com/office/drawing/2014/main" id="{F25AF722-DF0E-FE99-91EE-5E6DBB8EF383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6584900" y="62529"/>
            <a:ext cx="1667422" cy="163399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1A59F59E-2DEB-1E83-05E1-0699887284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3A72C63C-A01C-F43B-6910-F0F0FF8AFD59}"/>
              </a:ext>
            </a:extLst>
          </p:cNvPr>
          <p:cNvSpPr/>
          <p:nvPr/>
        </p:nvSpPr>
        <p:spPr>
          <a:xfrm>
            <a:off x="2438400" y="2400300"/>
            <a:ext cx="14401800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 Requirement:</a:t>
            </a:r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Requirement:</a:t>
            </a:r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BF1A769-FD3D-DBB7-EB67-738003175F04}"/>
              </a:ext>
            </a:extLst>
          </p:cNvPr>
          <p:cNvSpPr/>
          <p:nvPr/>
        </p:nvSpPr>
        <p:spPr>
          <a:xfrm>
            <a:off x="1583160" y="2848980"/>
            <a:ext cx="14401800" cy="53812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object 10">
            <a:extLst>
              <a:ext uri="{FF2B5EF4-FFF2-40B4-BE49-F238E27FC236}">
                <a16:creationId xmlns:a16="http://schemas.microsoft.com/office/drawing/2014/main" id="{5B02FF03-C345-EA40-BB47-655F247FD2E9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5158" y="99346"/>
            <a:ext cx="1373853" cy="1332808"/>
          </a:xfrm>
          <a:prstGeom prst="rect">
            <a:avLst/>
          </a:prstGeom>
        </p:spPr>
      </p:pic>
      <p:pic>
        <p:nvPicPr>
          <p:cNvPr id="3" name="object 9">
            <a:extLst>
              <a:ext uri="{FF2B5EF4-FFF2-40B4-BE49-F238E27FC236}">
                <a16:creationId xmlns:a16="http://schemas.microsoft.com/office/drawing/2014/main" id="{80441CD3-BC0A-73F4-E92A-BFACCADA00BD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6584900" y="62529"/>
            <a:ext cx="1667422" cy="163399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4ECB87F-6966-65FE-9BA8-32FB6F2181AC}"/>
              </a:ext>
            </a:extLst>
          </p:cNvPr>
          <p:cNvSpPr txBox="1"/>
          <p:nvPr/>
        </p:nvSpPr>
        <p:spPr>
          <a:xfrm>
            <a:off x="2819400" y="1028700"/>
            <a:ext cx="1139669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 &amp; SOFTWARE REQUIREMENT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22E5FD85-571F-6831-4E2E-F90DC01753E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3707472"/>
              </p:ext>
            </p:extLst>
          </p:nvPr>
        </p:nvGraphicFramePr>
        <p:xfrm>
          <a:off x="2438400" y="3055268"/>
          <a:ext cx="12192000" cy="23774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096000">
                  <a:extLst>
                    <a:ext uri="{9D8B030D-6E8A-4147-A177-3AD203B41FA5}">
                      <a16:colId xmlns:a16="http://schemas.microsoft.com/office/drawing/2014/main" val="1929111246"/>
                    </a:ext>
                  </a:extLst>
                </a:gridCol>
                <a:gridCol w="6096000">
                  <a:extLst>
                    <a:ext uri="{9D8B030D-6E8A-4147-A177-3AD203B41FA5}">
                      <a16:colId xmlns:a16="http://schemas.microsoft.com/office/drawing/2014/main" val="206359454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sz="2000" b="1" u="sng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Component: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b="1" u="sng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Requirement</a:t>
                      </a:r>
                      <a:r>
                        <a:rPr lang="en-IN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: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9882070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Processor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Intel Core i5 / AMD </a:t>
                      </a:r>
                      <a:r>
                        <a:rPr lang="en-IN" sz="2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Ryzen</a:t>
                      </a: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5 or above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741563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RAM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 GB minimum, 16 GB recommended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557631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Storage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 GB+ available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763802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GPU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Integrated GPU / Dedicated GPU recommended for 3D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4057042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Internet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Required for map, satellite and geospatial data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21035018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2DB88D12-5280-0769-8D5D-B17A02AA140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27513738"/>
              </p:ext>
            </p:extLst>
          </p:nvPr>
        </p:nvGraphicFramePr>
        <p:xfrm>
          <a:off x="2421749" y="6277990"/>
          <a:ext cx="12192000" cy="31699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096000">
                  <a:extLst>
                    <a:ext uri="{9D8B030D-6E8A-4147-A177-3AD203B41FA5}">
                      <a16:colId xmlns:a16="http://schemas.microsoft.com/office/drawing/2014/main" val="2015413778"/>
                    </a:ext>
                  </a:extLst>
                </a:gridCol>
                <a:gridCol w="6096000">
                  <a:extLst>
                    <a:ext uri="{9D8B030D-6E8A-4147-A177-3AD203B41FA5}">
                      <a16:colId xmlns:a16="http://schemas.microsoft.com/office/drawing/2014/main" val="373842581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sz="2000" b="1" u="sng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Software / Technology: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b="1" u="sng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Purpose: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3204729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Flutter (Dart)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Frontend &amp; interactive interface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494003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Python with Flask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Backend &amp; processing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477175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OpenStreetMap with Overpass API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Geospatial/map data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815729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Satellite Imagery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Visual spatial information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005808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OpenCV with ML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Image &amp; feature analysis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407132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GIS &amp; Geospatial Libraries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Spatial processing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13146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Git &amp; GitHub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Version control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152262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70296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713</TotalTime>
  <Words>636</Words>
  <Application>Microsoft Office PowerPoint</Application>
  <PresentationFormat>Custom</PresentationFormat>
  <Paragraphs>145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Times New Roman</vt:lpstr>
      <vt:lpstr>Wingdings</vt:lpstr>
      <vt:lpstr>Office Theme</vt:lpstr>
      <vt:lpstr>PowerPoint Presentation</vt:lpstr>
      <vt:lpstr>ABSTRACT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Add a heading</dc:title>
  <dc:creator>Prasheel Varma</dc:creator>
  <cp:keywords>DAGlj_wLTVw,BAGU3Tqke44,0</cp:keywords>
  <cp:lastModifiedBy>Prasheel Varma Datla</cp:lastModifiedBy>
  <cp:revision>112</cp:revision>
  <dcterms:created xsi:type="dcterms:W3CDTF">2025-05-03T08:38:00Z</dcterms:created>
  <dcterms:modified xsi:type="dcterms:W3CDTF">2026-09-27T17:47:47Z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2025-04-26T22:00:00Z</vt:filetime>
  </property>
  <property fmtid="{D5CDD505-2E9C-101B-9397-08002B2CF9AE}" pid="3" name="Creator">
    <vt:lpwstr>Canva</vt:lpwstr>
  </property>
  <property fmtid="{D5CDD505-2E9C-101B-9397-08002B2CF9AE}" pid="4" name="LastSaved">
    <vt:filetime>2025-05-03T22:00:00Z</vt:filetime>
  </property>
  <property fmtid="{D5CDD505-2E9C-101B-9397-08002B2CF9AE}" pid="5" name="Producer">
    <vt:lpwstr>Canva</vt:lpwstr>
  </property>
  <property fmtid="{D5CDD505-2E9C-101B-9397-08002B2CF9AE}" pid="6" name="ICV">
    <vt:lpwstr>F444A83F2F6D49E99860EDFCA7BB5640_13</vt:lpwstr>
  </property>
  <property fmtid="{D5CDD505-2E9C-101B-9397-08002B2CF9AE}" pid="7" name="KSOProductBuildVer">
    <vt:lpwstr>1033-12.2.0.21931</vt:lpwstr>
  </property>
</Properties>
</file>